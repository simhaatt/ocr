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6cd2c43c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6cd2c43c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ff8627c5d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ff8627c5d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6cd2c43c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6cd2c43c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6cd2c43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6cd2c43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6cd2c43c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6cd2c43c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6cd2c43c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6cd2c43c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6cd2c43c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6cd2c43c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6cd2c43cc_5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6cd2c43cc_5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6cd2c43cc_5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6cd2c43cc_5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6cd2c43c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6cd2c43c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6cd2c43cc_5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6cd2c43cc_5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6cd2c43cc_5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6cd2c43cc_5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6cd2c43cc_5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6cd2c43cc_5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6cd2c43cc_5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6cd2c43cc_5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6cd2c43cc_5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6cd2c43cc_5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cd2c43c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6cd2c43c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6cd2c43c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6cd2c43c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6cd2c43cc_5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6cd2c43cc_5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91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20124D"/>
            </a:gs>
            <a:gs pos="100000">
              <a:srgbClr val="03030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Simhaatt/ocr.git" TargetMode="External"/><Relationship Id="rId4" Type="http://schemas.openxmlformats.org/officeDocument/2006/relationships/hyperlink" Target="http://drive.google.com/file/d/1v5rPg7MTEWLM6IiDmTS0lgQ3LD3pE2Az/view" TargetMode="External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6763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700">
                <a:solidFill>
                  <a:schemeClr val="lt1"/>
                </a:solidFill>
              </a:rPr>
              <a:t>Manual extraction &amp; verification of text from scanned documents is time-consuming, error-prone, and inefficient.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700">
                <a:solidFill>
                  <a:schemeClr val="lt1"/>
                </a:solidFill>
              </a:rPr>
              <a:t>The challenge is to build an OCR-driven solution that: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Automatically extracts fields from scanned documents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Auto-populates digital forms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Verifies accuracy by comparing extracted values with user input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Supports multiple document types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700"/>
          </a:p>
        </p:txBody>
      </p:sp>
      <p:sp>
        <p:nvSpPr>
          <p:cNvPr id="60" name="Google Shape;60;p14"/>
          <p:cNvSpPr txBox="1"/>
          <p:nvPr/>
        </p:nvSpPr>
        <p:spPr>
          <a:xfrm>
            <a:off x="250322" y="291500"/>
            <a:ext cx="8067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Problem Statement</a:t>
            </a:r>
            <a:endParaRPr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90738" y="27316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>
                <a:solidFill>
                  <a:schemeClr val="lt1"/>
                </a:solidFill>
              </a:rPr>
              <a:t> Our Solution</a:t>
            </a:r>
            <a:endParaRPr sz="2720">
              <a:solidFill>
                <a:schemeClr val="lt1"/>
              </a:solidFill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41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</a:rPr>
              <a:t>We built an end-to-end solution that leverages OCR to automate data capture and validation.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Extract:</a:t>
            </a:r>
            <a:r>
              <a:rPr lang="en" sz="1700">
                <a:solidFill>
                  <a:schemeClr val="lt1"/>
                </a:solidFill>
              </a:rPr>
              <a:t> The Extraction API accepts a scanned document (image or PDF) and uses OCR to precisely extract text fields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Edit:</a:t>
            </a:r>
            <a:r>
              <a:rPr lang="en" sz="1700">
                <a:solidFill>
                  <a:schemeClr val="lt1"/>
                </a:solidFill>
              </a:rPr>
              <a:t> Users can review and correct low-confidence extracted fields before verification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Verify:</a:t>
            </a:r>
            <a:r>
              <a:rPr lang="en" sz="1700">
                <a:solidFill>
                  <a:schemeClr val="lt1"/>
                </a:solidFill>
              </a:rPr>
              <a:t> The Verification API compares user-submitted form data with the extracted text, ensuring data integrity and highlighting mismatches with confidence scores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240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Technical architecture and approach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299424" y="943789"/>
            <a:ext cx="8520600" cy="36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Our solution uses a robust, open-source, local-first technology stack.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Architecture: Two-API FastAPI (Python) backend: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API 1:</a:t>
            </a:r>
            <a:r>
              <a:rPr lang="en" sz="1700">
                <a:solidFill>
                  <a:schemeClr val="lt1"/>
                </a:solidFill>
              </a:rPr>
              <a:t> /extract-text for OCR processing.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API 2:</a:t>
            </a:r>
            <a:r>
              <a:rPr lang="en" sz="1700">
                <a:solidFill>
                  <a:schemeClr val="lt1"/>
                </a:solidFill>
              </a:rPr>
              <a:t> /verify for data validation.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</a:rPr>
              <a:t>OCR Engine:</a:t>
            </a:r>
            <a:r>
              <a:rPr lang="en" sz="1700">
                <a:solidFill>
                  <a:schemeClr val="lt1"/>
                </a:solidFill>
              </a:rPr>
              <a:t> PaddleOCR, supporting printed, handwritten, and multiple languages.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</a:rPr>
              <a:t>Verification Logic:</a:t>
            </a:r>
            <a:r>
              <a:rPr lang="en" sz="1700">
                <a:solidFill>
                  <a:schemeClr val="lt1"/>
                </a:solidFill>
              </a:rPr>
              <a:t> Fuzzy string matching (RapidFuzz) compares OCR output with user data and computes confidence scores.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</a:rPr>
              <a:t>Frontend:</a:t>
            </a:r>
            <a:r>
              <a:rPr lang="en" sz="1700">
                <a:solidFill>
                  <a:schemeClr val="lt1"/>
                </a:solidFill>
              </a:rPr>
              <a:t> Lightweight HTML/CSS/JavaScript interface interacts with backend APIs.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lt1"/>
                </a:solidFill>
              </a:rPr>
              <a:t>Deployment:</a:t>
            </a:r>
            <a:r>
              <a:rPr lang="en" sz="1700">
                <a:solidFill>
                  <a:schemeClr val="lt1"/>
                </a:solidFill>
              </a:rPr>
              <a:t> Entire system runs locally without cloud dependence.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287149" y="2240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OCR Pipeline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308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</a:rPr>
              <a:t>1. Image Preprocessing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Resize for optimal OCR inpu</a:t>
            </a:r>
            <a:r>
              <a:rPr lang="en" sz="1700">
                <a:solidFill>
                  <a:schemeClr val="lt1"/>
                </a:solidFill>
              </a:rPr>
              <a:t>t.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Denoise to remove artifacts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Thresholding for clean text separation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Deskew to fix tilted scans</a:t>
            </a:r>
            <a:br>
              <a:rPr lang="en" sz="1700">
                <a:solidFill>
                  <a:schemeClr val="lt1"/>
                </a:solidFill>
              </a:rPr>
            </a:b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3372750" y="1152475"/>
            <a:ext cx="2398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</a:rPr>
              <a:t>2. OCR Engine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PaddleOCR for high-accuracy English text extraction</a:t>
            </a:r>
            <a:endParaRPr i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6130175" y="1152475"/>
            <a:ext cx="2398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</a:rPr>
              <a:t>3. Field Extraction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Name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Date of Birth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Gender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Address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Phone Number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Email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213495" y="2240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786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 The Extraction API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7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813">
                <a:solidFill>
                  <a:schemeClr val="lt1"/>
                </a:solidFill>
              </a:rPr>
              <a:t>Endpoint:</a:t>
            </a:r>
            <a:r>
              <a:rPr lang="en" sz="6813">
                <a:solidFill>
                  <a:schemeClr val="lt1"/>
                </a:solidFill>
              </a:rPr>
              <a:t> </a:t>
            </a:r>
            <a:r>
              <a:rPr lang="en" sz="681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POST /api/v1/ocr/extract-text</a:t>
            </a:r>
            <a:br>
              <a:rPr lang="en" sz="681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681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813">
                <a:solidFill>
                  <a:schemeClr val="lt1"/>
                </a:solidFill>
              </a:rPr>
              <a:t>Functionality:</a:t>
            </a:r>
            <a:endParaRPr b="1" sz="6813">
              <a:solidFill>
                <a:schemeClr val="lt1"/>
              </a:solidFill>
            </a:endParaRPr>
          </a:p>
          <a:p>
            <a:pPr indent="-336764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813">
                <a:solidFill>
                  <a:schemeClr val="lt1"/>
                </a:solidFill>
              </a:rPr>
              <a:t>Accepts a scanned PDF or image file</a:t>
            </a:r>
            <a:br>
              <a:rPr lang="en" sz="6813">
                <a:solidFill>
                  <a:schemeClr val="lt1"/>
                </a:solidFill>
              </a:rPr>
            </a:br>
            <a:endParaRPr sz="6813">
              <a:solidFill>
                <a:schemeClr val="lt1"/>
              </a:solidFill>
            </a:endParaRPr>
          </a:p>
          <a:p>
            <a:pPr indent="-33676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813">
                <a:solidFill>
                  <a:schemeClr val="lt1"/>
                </a:solidFill>
              </a:rPr>
              <a:t>Uses PaddleOCR to extract text and identify relevant fields</a:t>
            </a:r>
            <a:br>
              <a:rPr lang="en" sz="6813">
                <a:solidFill>
                  <a:schemeClr val="lt1"/>
                </a:solidFill>
              </a:rPr>
            </a:br>
            <a:endParaRPr sz="6813">
              <a:solidFill>
                <a:schemeClr val="lt1"/>
              </a:solidFill>
            </a:endParaRPr>
          </a:p>
          <a:p>
            <a:pPr indent="-33676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813">
                <a:solidFill>
                  <a:schemeClr val="lt1"/>
                </a:solidFill>
              </a:rPr>
              <a:t>Supports English (Latin-based language)</a:t>
            </a:r>
            <a:br>
              <a:rPr lang="en" sz="6813">
                <a:solidFill>
                  <a:schemeClr val="lt1"/>
                </a:solidFill>
              </a:rPr>
            </a:br>
            <a:endParaRPr sz="6813">
              <a:solidFill>
                <a:schemeClr val="lt1"/>
              </a:solidFill>
            </a:endParaRPr>
          </a:p>
          <a:p>
            <a:pPr indent="-33676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813">
                <a:solidFill>
                  <a:schemeClr val="lt1"/>
                </a:solidFill>
              </a:rPr>
              <a:t>Tested with provided sample documents (ID cards, forms)</a:t>
            </a:r>
            <a:endParaRPr sz="6813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1995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786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The Verification API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7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06654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Endpoint:</a:t>
            </a:r>
            <a:r>
              <a:rPr lang="en" sz="1700">
                <a:solidFill>
                  <a:schemeClr val="lt1"/>
                </a:solidFill>
              </a:rPr>
              <a:t> </a:t>
            </a:r>
            <a:r>
              <a:rPr lang="en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POST /api/v1/verification/verify</a:t>
            </a:r>
            <a:br>
              <a:rPr lang="en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Functionality:</a:t>
            </a:r>
            <a:endParaRPr b="1"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" sz="1700">
                <a:solidFill>
                  <a:schemeClr val="lt1"/>
                </a:solidFill>
              </a:rPr>
              <a:t>Accepts form-filled data (JSON) and the original scanned document</a:t>
            </a:r>
            <a:endParaRPr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" sz="1700">
                <a:solidFill>
                  <a:schemeClr val="lt1"/>
                </a:solidFill>
              </a:rPr>
              <a:t>Compares submitted data against OCR-extracted values</a:t>
            </a:r>
            <a:endParaRPr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" sz="1700">
                <a:solidFill>
                  <a:schemeClr val="lt1"/>
                </a:solidFill>
              </a:rPr>
              <a:t>Returns a confidence score and match status for each field</a:t>
            </a:r>
            <a:endParaRPr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" sz="1700">
                <a:solidFill>
                  <a:schemeClr val="lt1"/>
                </a:solidFill>
              </a:rPr>
              <a:t>Highlights mismatches for quick correction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Good-to-Have:</a:t>
            </a:r>
            <a:r>
              <a:rPr lang="en" sz="1700">
                <a:solidFill>
                  <a:schemeClr val="lt1"/>
                </a:solidFill>
              </a:rPr>
              <a:t> Supports partial data mapping and verifies available fields even if some are missing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74873" y="16268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Bonus Task : MOSIP Integration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262597" y="74737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</a:rPr>
              <a:t>Goal</a:t>
            </a:r>
            <a:r>
              <a:rPr lang="en" sz="1700">
                <a:solidFill>
                  <a:schemeClr val="lt1"/>
                </a:solidFill>
              </a:rPr>
              <a:t>: Automate document intake into MOSIP pre-registration with minimal manual effort..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Main Endpoint: POST /api/v1/mosip/integrate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Upload a PDF/JPG/PNG and optional user data for verification.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Returns pre_registration_id and next steps.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How It Works: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OCR (PaddleOCR) extracts text from the document.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Text is normalized and mapped to key fields (name, DOB, address, etc.).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Optionally verifies against user-provided data for consistency and confidence.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Submits structured data to MOSIP pre-registration and uploads the document.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Provides status link and follow-up guidance.</a:t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32226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Features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Can </a:t>
            </a:r>
            <a:r>
              <a:rPr lang="en" sz="1700">
                <a:solidFill>
                  <a:schemeClr val="lt1"/>
                </a:solidFill>
              </a:rPr>
              <a:t>take in printed/handwritten documents in </a:t>
            </a:r>
            <a:r>
              <a:rPr lang="en" sz="1700">
                <a:solidFill>
                  <a:schemeClr val="lt1"/>
                </a:solidFill>
              </a:rPr>
              <a:t>pdf/png/jpg formats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Ocr extracted text can be edited before verification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Confidence score must &gt;= 80% to get registered in MOSIP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Verification review can be downloaded in json format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MOSIP registration status can be checked using the pre registration ID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16268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176668" y="20724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800">
                <a:solidFill>
                  <a:schemeClr val="lt1"/>
                </a:solidFill>
              </a:rPr>
              <a:t> Successfully delivered two mandatory APIs for extraction and verification.</a:t>
            </a:r>
            <a:endParaRPr sz="68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800">
                <a:solidFill>
                  <a:schemeClr val="lt1"/>
                </a:solidFill>
              </a:rPr>
              <a:t> Implemented "Good-to-Have" features: handwritten text recognition, a working UI, and partial data mapping.</a:t>
            </a:r>
            <a:endParaRPr sz="68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800">
                <a:solidFill>
                  <a:schemeClr val="lt1"/>
                </a:solidFill>
              </a:rPr>
              <a:t> </a:t>
            </a:r>
            <a:r>
              <a:rPr lang="en" sz="6800">
                <a:solidFill>
                  <a:schemeClr val="lt1"/>
                </a:solidFill>
              </a:rPr>
              <a:t>Achieved a high degree of accuracy in both text extraction and verification across diverse test documents.</a:t>
            </a:r>
            <a:endParaRPr sz="68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800">
                <a:solidFill>
                  <a:schemeClr val="lt1"/>
                </a:solidFill>
              </a:rPr>
              <a:t> </a:t>
            </a:r>
            <a:r>
              <a:rPr lang="en" sz="6800">
                <a:solidFill>
                  <a:schemeClr val="lt1"/>
                </a:solidFill>
              </a:rPr>
              <a:t>Bonus: Integrated a simulated MOSIP flow, proving the solution's readiness for real-world, large-scale identity systems.</a:t>
            </a:r>
            <a:endParaRPr sz="6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Sample Results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475" y="1223750"/>
            <a:ext cx="3549051" cy="354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Sample Results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 rotWithShape="1">
          <a:blip r:embed="rId3">
            <a:alphaModFix/>
          </a:blip>
          <a:srcRect b="5562" l="0" r="0" t="0"/>
          <a:stretch/>
        </p:blipFill>
        <p:spPr>
          <a:xfrm>
            <a:off x="1175575" y="1101250"/>
            <a:ext cx="6792852" cy="360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Sample Results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8" name="Google Shape;128;p25"/>
          <p:cNvPicPr preferRelativeResize="0"/>
          <p:nvPr/>
        </p:nvPicPr>
        <p:blipFill rotWithShape="1">
          <a:blip r:embed="rId3">
            <a:alphaModFix/>
          </a:blip>
          <a:srcRect b="5177" l="0" r="0" t="0"/>
          <a:stretch/>
        </p:blipFill>
        <p:spPr>
          <a:xfrm>
            <a:off x="1175575" y="1135700"/>
            <a:ext cx="6792852" cy="357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Sample Results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5562" l="0" r="0" t="0"/>
          <a:stretch/>
        </p:blipFill>
        <p:spPr>
          <a:xfrm>
            <a:off x="1175575" y="1101250"/>
            <a:ext cx="6792852" cy="360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Sample Results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 rotWithShape="1">
          <a:blip r:embed="rId3">
            <a:alphaModFix/>
          </a:blip>
          <a:srcRect b="5258" l="0" r="0" t="0"/>
          <a:stretch/>
        </p:blipFill>
        <p:spPr>
          <a:xfrm>
            <a:off x="1175575" y="1135700"/>
            <a:ext cx="6792852" cy="361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2117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Potential Impact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 Enhance Efficiency: Dramatically reduce manual data entry and processing times.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Increase Reliability: Minimize human error and ensure high data integrity.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Streamline Workflows: Accelerate onboarding, application processing, and compliance checks for any organization.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24861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solidFill>
                  <a:schemeClr val="lt1"/>
                </a:solidFill>
              </a:rPr>
              <a:t>Future Work</a:t>
            </a:r>
            <a:endParaRPr sz="2620">
              <a:solidFill>
                <a:schemeClr val="lt1"/>
              </a:solidFill>
            </a:endParaRPr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Integrate with live MOSIP modules: Transition from simulation to full integration with Pre-registration and Registration Client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Add advanced document quality checks: Blur detection and lighting analysis for real-time scan feedback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Expand document support: Multi-page processing and real-time OCR confidence zones on document preview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Broaden language support: Add more non-Latin languages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33919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Project resources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Github :    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https://github.com/Simhaatt/ocr.git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Video: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9" name="Google Shape;159;p30" title="Demo_OCR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3450" y="1673175"/>
            <a:ext cx="5458651" cy="307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